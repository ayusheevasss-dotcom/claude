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2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706" r:id="rId2"/>
    <p:sldMasterId id="2147483718" r:id="rId3"/>
  </p:sldMasterIdLst>
  <p:notesMasterIdLst>
    <p:notesMasterId r:id="rId5"/>
  </p:notesMasterIdLst>
  <p:sldIdLst>
    <p:sldId id="269" r:id="rId4"/>
  </p:sldIdLst>
  <p:sldSz cx="12192000" cy="6858000"/>
  <p:notesSz cx="6858000" cy="9144000"/>
  <p:custDataLst>
    <p:tags r:id="rId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aham Trevor Ivan" initials="GTI" lastIdx="8" clrIdx="0">
    <p:extLst>
      <p:ext uri="{19B8F6BF-5375-455C-9EA6-DF929625EA0E}">
        <p15:presenceInfo xmlns:p15="http://schemas.microsoft.com/office/powerpoint/2012/main" userId="S-1-5-21-1457237435-869827030-340508006-64904" providerId="AD"/>
      </p:ext>
    </p:extLst>
  </p:cmAuthor>
  <p:cmAuthor id="2" name="Gushchin Stanislav" initials="GS" lastIdx="1" clrIdx="1">
    <p:extLst>
      <p:ext uri="{19B8F6BF-5375-455C-9EA6-DF929625EA0E}">
        <p15:presenceInfo xmlns:p15="http://schemas.microsoft.com/office/powerpoint/2012/main" userId="S-1-5-21-1457237435-869827030-340508006-678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8C1F"/>
    <a:srgbClr val="4A6C8C"/>
    <a:srgbClr val="F2A900"/>
    <a:srgbClr val="A8A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85" autoAdjust="0"/>
  </p:normalViewPr>
  <p:slideViewPr>
    <p:cSldViewPr snapToGrid="0">
      <p:cViewPr varScale="1">
        <p:scale>
          <a:sx n="87" d="100"/>
          <a:sy n="87" d="100"/>
        </p:scale>
        <p:origin x="4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B7CE6-0BAB-4E7A-B67C-DF9B1C696D1B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2073D-A461-4973-BE2B-65211B90AC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30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sv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4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4691063" y="0"/>
            <a:ext cx="7500937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9407B-AEE7-DF45-98B6-EB09E2017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688" y="2092549"/>
            <a:ext cx="6084887" cy="2750431"/>
          </a:xfrm>
        </p:spPr>
        <p:txBody>
          <a:bodyPr anchor="b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688" y="5217461"/>
            <a:ext cx="4468450" cy="116564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69DFB5-9698-6042-8C50-6660FF608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95DD8-9DF3-1744-9219-070A43C21F55}"/>
              </a:ext>
            </a:extLst>
          </p:cNvPr>
          <p:cNvCxnSpPr>
            <a:cxnSpLocks/>
          </p:cNvCxnSpPr>
          <p:nvPr userDrawn="1"/>
        </p:nvCxnSpPr>
        <p:spPr>
          <a:xfrm>
            <a:off x="5627688" y="4924269"/>
            <a:ext cx="608488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AA2A26C-1293-4142-9834-7D7E5E92C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91064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2274AE4-DBE6-8A4F-BCA4-30E049F5E0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87584" y="6056026"/>
            <a:ext cx="1324992" cy="327081"/>
          </a:xfrm>
          <a:ln w="9525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34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781E02-E320-9040-9F89-B90925F09530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800" spc="-150" dirty="0">
                <a:solidFill>
                  <a:schemeClr val="accent5"/>
                </a:solidFill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6302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E73BFD-0EC1-9E40-8E76-C7926ABECD26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00" spc="-150" dirty="0">
                <a:solidFill>
                  <a:schemeClr val="accent5"/>
                </a:solidFill>
              </a:rPr>
              <a:t>Agenda</a:t>
            </a:r>
            <a:endParaRPr lang="ru-RU" sz="12800" spc="-150" dirty="0">
              <a:solidFill>
                <a:schemeClr val="accent5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D2A2CA-E89D-BA47-8BFA-7EC488A16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9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0"/>
            <a:ext cx="117125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3D8012-FC47-8744-A34F-7E52B9CC20F5}"/>
              </a:ext>
            </a:extLst>
          </p:cNvPr>
          <p:cNvGrpSpPr/>
          <p:nvPr userDrawn="1"/>
        </p:nvGrpSpPr>
        <p:grpSpPr>
          <a:xfrm>
            <a:off x="4900369" y="1"/>
            <a:ext cx="6840543" cy="6866676"/>
            <a:chOff x="4900369" y="1"/>
            <a:chExt cx="6840543" cy="6866676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04F0E82-1502-614A-AAC8-B3F5DEA8D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FD796C-27EA-9B4C-9062-2D7ACF3D7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67663" y="1093788"/>
            <a:ext cx="3276599" cy="5187742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E76B95-0B2F-6E4D-8A28-DBB809DC1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8" y="2151087"/>
            <a:ext cx="6084885" cy="445767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43E4E-CB39-0B43-9425-94BD6060CB7E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BF7E8-8DFE-BB4E-8ECA-76EE0F2ACE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95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-1"/>
            <a:ext cx="8435975" cy="63082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1752F1-3AEF-6545-96D5-53F7049F2610}"/>
              </a:ext>
            </a:extLst>
          </p:cNvPr>
          <p:cNvGrpSpPr/>
          <p:nvPr userDrawn="1"/>
        </p:nvGrpSpPr>
        <p:grpSpPr>
          <a:xfrm>
            <a:off x="1595432" y="-8676"/>
            <a:ext cx="6840543" cy="6866676"/>
            <a:chOff x="4900369" y="1"/>
            <a:chExt cx="6840543" cy="6866676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DE75CDE-E2CC-204F-8A74-1CF2290B3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78AC5E-B598-3D47-A58A-2900FDA8E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36533E7A-05CB-EC45-AD54-AB236AF537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35975" y="0"/>
            <a:ext cx="32766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BDD422-8594-8A43-BE23-C12198FA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9" y="2151087"/>
            <a:ext cx="6558442" cy="415711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978837-6B41-A64E-8885-0D3A9B5AB131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6CACC7B-993A-1C40-A6B0-57CB69925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850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06" y="1599757"/>
            <a:ext cx="10757257" cy="458368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14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8381-A7B1-C54A-B6B7-E5F16314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086F4-9543-3847-B735-3BA464E5A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70" y="1592263"/>
            <a:ext cx="5358256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4B83-7BFD-FF47-B024-8256DB65F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299" y="1592263"/>
            <a:ext cx="5362575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13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58F7-B190-F944-A809-0073EEBB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71" y="365125"/>
            <a:ext cx="11214100" cy="7286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1D39-9A56-CB4D-8EFC-D6273A8F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50" y="844777"/>
            <a:ext cx="5138438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3560-B3C3-0E45-8AE9-EF4CCB96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73" y="1981200"/>
            <a:ext cx="5135816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7D86-407D-974C-8520-0492B67B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44777"/>
            <a:ext cx="5148263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340D-6F33-D34C-9D8B-F73D4A32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981200"/>
            <a:ext cx="5148263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064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2E56-7AA0-9D4D-A0CE-D5ACE08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92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660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or Th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362D50-E4D6-5441-8951-7D71689522CF}"/>
              </a:ext>
            </a:extLst>
          </p:cNvPr>
          <p:cNvSpPr/>
          <p:nvPr userDrawn="1"/>
        </p:nvSpPr>
        <p:spPr>
          <a:xfrm>
            <a:off x="0" y="0"/>
            <a:ext cx="1171257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 Regula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38" y="2759103"/>
            <a:ext cx="9828212" cy="3496553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 and lower </a:t>
            </a:r>
            <a:br>
              <a:rPr lang="en-US" dirty="0"/>
            </a:br>
            <a:r>
              <a:rPr lang="en-US" dirty="0"/>
              <a:t>quote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4471D494-F440-314A-A10E-9216BA02CB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75" y="1093789"/>
            <a:ext cx="1403349" cy="13448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A6A39D-1D86-6F46-ADB1-C944AB67B88F}"/>
              </a:ext>
            </a:extLst>
          </p:cNvPr>
          <p:cNvCxnSpPr/>
          <p:nvPr userDrawn="1"/>
        </p:nvCxnSpPr>
        <p:spPr>
          <a:xfrm flipH="1">
            <a:off x="5159375" y="6265628"/>
            <a:ext cx="14033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016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224436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69122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604971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2332393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293707" y="1599758"/>
            <a:ext cx="2333981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571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432981-6499-8440-879F-083798A992F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03567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718797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FBFB4F4-21E0-4042-B642-6C57839D3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E21290B-E456-D846-AAB9-03155747DD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01091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E7F1902-25F4-8F45-AAE4-3D2A960D7A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0998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DA44385-2DBC-704F-A011-24DF0AB681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7994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470793-77F6-3A40-8DBB-14E2F645261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FB3064-8A44-7F4F-BB66-218CF8C8CB1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01090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7FC8F2C-F8AA-3247-A063-E91A468AFC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0099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8432FE-B5E1-FA4C-8405-63BD4DCAC5F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907992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54589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582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Second level and lower (</a:t>
            </a:r>
            <a:r>
              <a:rPr lang="en-US" dirty="0" err="1"/>
              <a:t>subheader</a:t>
            </a:r>
            <a:r>
              <a:rPr lang="en-US" dirty="0"/>
              <a:t> if you have five blocks)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707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7665" y="1599758"/>
            <a:ext cx="3048359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07665" y="4132501"/>
            <a:ext cx="3048360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A9F76-19E2-7848-9F8A-DF4239818793}"/>
              </a:ext>
            </a:extLst>
          </p:cNvPr>
          <p:cNvGrpSpPr/>
          <p:nvPr userDrawn="1"/>
        </p:nvGrpSpPr>
        <p:grpSpPr>
          <a:xfrm>
            <a:off x="479056" y="1592262"/>
            <a:ext cx="10766065" cy="2181451"/>
            <a:chOff x="479056" y="1592263"/>
            <a:chExt cx="10766065" cy="11608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16E6000-9670-804A-9C5F-D217EDAE4F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EEC813-5B4D-554F-BA4A-1F07529550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0A11A2-4304-644B-8C8B-5912DC2432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CF34F8-9CFE-E94F-BC62-E6B131DABB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7FFD1B-3B57-F244-8179-0958677B90FE}"/>
              </a:ext>
            </a:extLst>
          </p:cNvPr>
          <p:cNvGrpSpPr/>
          <p:nvPr userDrawn="1"/>
        </p:nvGrpSpPr>
        <p:grpSpPr>
          <a:xfrm>
            <a:off x="479056" y="4120777"/>
            <a:ext cx="10766065" cy="2181451"/>
            <a:chOff x="479056" y="1592263"/>
            <a:chExt cx="10766065" cy="116089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119063-B300-054C-91C3-05B8109928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2116F5-CBC9-ED4C-943F-3C234BEE13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C06347-B86F-974E-A69B-BEEBF15354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F1F16-C9B6-1B4F-874E-3F127C173B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7938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31693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969121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776632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150290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B267D3F-FE69-7B48-8836-0A2C698CA9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009A61-2BE6-0E45-AB6B-D359576DD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951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09E7B413-ABF2-844B-B062-036AC90AB8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951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0D7297-41E1-A144-9A85-14C86D5BB04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7855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28BA5CAF-B784-9244-B1AA-98A534B2B8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7855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507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6" y="4056744"/>
            <a:ext cx="5140681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0" y="4056744"/>
            <a:ext cx="5142139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366515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33890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1FB8ABB-D011-AC4A-A34C-702667C620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7889" y="3621315"/>
            <a:ext cx="3744686" cy="26561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970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49E491D-B703-7441-BED2-E95DBE03E3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55748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3613979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7967887" y="0"/>
            <a:ext cx="374595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291795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6562725" y="0"/>
            <a:ext cx="515111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032625" y="1599521"/>
            <a:ext cx="4211639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1719392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A7925-B4C4-1046-A39A-0674E0746DD2}"/>
              </a:ext>
            </a:extLst>
          </p:cNvPr>
          <p:cNvSpPr/>
          <p:nvPr userDrawn="1"/>
        </p:nvSpPr>
        <p:spPr>
          <a:xfrm>
            <a:off x="1" y="0"/>
            <a:ext cx="79663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469628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FC6438-3C24-A14F-9BFC-CD46841D9F9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35976" y="2598873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120A445-097D-1846-B120-CCE57BF9564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35976" y="4728119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A7AFC-E83B-9548-951B-7B22739ED3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3271" y="1599521"/>
            <a:ext cx="7007442" cy="49449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9250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509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70" y="1582060"/>
            <a:ext cx="232613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92263"/>
            <a:ext cx="5616575" cy="31387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7714" y="1582060"/>
            <a:ext cx="233966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C78A69-FF95-9548-B4E7-A349FCE666E8}"/>
              </a:ext>
            </a:extLst>
          </p:cNvPr>
          <p:cNvCxnSpPr>
            <a:cxnSpLocks/>
          </p:cNvCxnSpPr>
          <p:nvPr userDrawn="1"/>
        </p:nvCxnSpPr>
        <p:spPr>
          <a:xfrm flipV="1">
            <a:off x="7032625" y="5136543"/>
            <a:ext cx="0" cy="11366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8972AC-7DD0-0247-B721-5C90D3BC7D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51405" y="5122072"/>
            <a:ext cx="3992858" cy="1151169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187180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69" y="1582060"/>
            <a:ext cx="2794443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54439" y="1582060"/>
            <a:ext cx="2808286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2780026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4"/>
            <a:ext cx="6083301" cy="46583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751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5"/>
            <a:ext cx="6083301" cy="239122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4283242"/>
            <a:ext cx="6083301" cy="232552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6235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55129" y="1530617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341438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32626" y="1341439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2E25E9-7986-DB41-A595-036FDF28378B}"/>
              </a:ext>
            </a:extLst>
          </p:cNvPr>
          <p:cNvCxnSpPr>
            <a:cxnSpLocks/>
          </p:cNvCxnSpPr>
          <p:nvPr userDrawn="1"/>
        </p:nvCxnSpPr>
        <p:spPr>
          <a:xfrm>
            <a:off x="479424" y="1341438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102-8429-194E-9822-4DF4A51A6DB9}"/>
              </a:ext>
            </a:extLst>
          </p:cNvPr>
          <p:cNvCxnSpPr>
            <a:cxnSpLocks/>
          </p:cNvCxnSpPr>
          <p:nvPr userDrawn="1"/>
        </p:nvCxnSpPr>
        <p:spPr>
          <a:xfrm>
            <a:off x="479424" y="2577024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93EB7-C698-8044-906A-19D6820D467E}"/>
              </a:ext>
            </a:extLst>
          </p:cNvPr>
          <p:cNvCxnSpPr>
            <a:cxnSpLocks/>
          </p:cNvCxnSpPr>
          <p:nvPr userDrawn="1"/>
        </p:nvCxnSpPr>
        <p:spPr>
          <a:xfrm>
            <a:off x="479424" y="3812610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6D829-2DE9-CC49-95A2-2E775D19C61A}"/>
              </a:ext>
            </a:extLst>
          </p:cNvPr>
          <p:cNvCxnSpPr>
            <a:cxnSpLocks/>
          </p:cNvCxnSpPr>
          <p:nvPr userDrawn="1"/>
        </p:nvCxnSpPr>
        <p:spPr>
          <a:xfrm>
            <a:off x="479424" y="5048196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3235D-B3B7-844B-AE5F-8BE5E1BE300F}"/>
              </a:ext>
            </a:extLst>
          </p:cNvPr>
          <p:cNvCxnSpPr>
            <a:cxnSpLocks/>
          </p:cNvCxnSpPr>
          <p:nvPr userDrawn="1"/>
        </p:nvCxnSpPr>
        <p:spPr>
          <a:xfrm>
            <a:off x="479424" y="6283783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4A53347A-C7BF-8C41-B75E-05C0A6C779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55129" y="2778171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64B71A2-1AAC-2445-A98E-B3D54EB08E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88992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29188D7-E1F7-814C-9F2B-77B4F81440C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2626" y="2588993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180E5B8-AF09-9C49-9996-0172B8518DD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55129" y="4004459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A796471-FED7-7F4F-9D92-44FD153D130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9425" y="3815280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3AEC7A9-EF90-D945-9FD4-852E0790423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032626" y="3815281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DE1E0F0E-286C-C447-8682-329EB4170A1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55129" y="5244924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47939DC-034E-FC45-8049-B9DC258BB9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055745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B7BDEA2-8758-914D-9AC2-B74F93D8816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626" y="5055746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0985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13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27689" y="1247502"/>
            <a:ext cx="5148262" cy="50030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2553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91447A-7607-634B-8673-116970492860}"/>
              </a:ext>
            </a:extLst>
          </p:cNvPr>
          <p:cNvSpPr/>
          <p:nvPr userDrawn="1"/>
        </p:nvSpPr>
        <p:spPr>
          <a:xfrm>
            <a:off x="4236411" y="0"/>
            <a:ext cx="7955589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37442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grpSp>
        <p:nvGrpSpPr>
          <p:cNvPr id="12" name="Group 30">
            <a:extLst>
              <a:ext uri="{FF2B5EF4-FFF2-40B4-BE49-F238E27FC236}">
                <a16:creationId xmlns:a16="http://schemas.microsoft.com/office/drawing/2014/main" id="{57F97A7C-9CE4-1A48-BDEF-EE9D23E42C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815072" y="2471416"/>
            <a:ext cx="4376928" cy="4386584"/>
            <a:chOff x="4962525" y="2666999"/>
            <a:chExt cx="4181475" cy="4191001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2E3F741-7E48-234D-878D-DC94DA0BD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0666" y="2666999"/>
              <a:ext cx="1473334" cy="2710972"/>
            </a:xfrm>
            <a:custGeom>
              <a:avLst/>
              <a:gdLst/>
              <a:ahLst/>
              <a:cxnLst>
                <a:cxn ang="0">
                  <a:pos x="928" y="0"/>
                </a:cxn>
                <a:cxn ang="0">
                  <a:pos x="928" y="1525"/>
                </a:cxn>
                <a:cxn ang="0">
                  <a:pos x="856" y="1526"/>
                </a:cxn>
                <a:cxn ang="0">
                  <a:pos x="787" y="1530"/>
                </a:cxn>
                <a:cxn ang="0">
                  <a:pos x="718" y="1535"/>
                </a:cxn>
                <a:cxn ang="0">
                  <a:pos x="652" y="1543"/>
                </a:cxn>
                <a:cxn ang="0">
                  <a:pos x="587" y="1551"/>
                </a:cxn>
                <a:cxn ang="0">
                  <a:pos x="524" y="1562"/>
                </a:cxn>
                <a:cxn ang="0">
                  <a:pos x="464" y="1573"/>
                </a:cxn>
                <a:cxn ang="0">
                  <a:pos x="407" y="1585"/>
                </a:cxn>
                <a:cxn ang="0">
                  <a:pos x="353" y="1598"/>
                </a:cxn>
                <a:cxn ang="0">
                  <a:pos x="301" y="1610"/>
                </a:cxn>
                <a:cxn ang="0">
                  <a:pos x="252" y="1624"/>
                </a:cxn>
                <a:cxn ang="0">
                  <a:pos x="208" y="1636"/>
                </a:cxn>
                <a:cxn ang="0">
                  <a:pos x="167" y="1649"/>
                </a:cxn>
                <a:cxn ang="0">
                  <a:pos x="129" y="1661"/>
                </a:cxn>
                <a:cxn ang="0">
                  <a:pos x="97" y="1672"/>
                </a:cxn>
                <a:cxn ang="0">
                  <a:pos x="68" y="1682"/>
                </a:cxn>
                <a:cxn ang="0">
                  <a:pos x="45" y="1691"/>
                </a:cxn>
                <a:cxn ang="0">
                  <a:pos x="25" y="1699"/>
                </a:cxn>
                <a:cxn ang="0">
                  <a:pos x="11" y="1704"/>
                </a:cxn>
                <a:cxn ang="0">
                  <a:pos x="4" y="1707"/>
                </a:cxn>
                <a:cxn ang="0">
                  <a:pos x="0" y="1708"/>
                </a:cxn>
                <a:cxn ang="0">
                  <a:pos x="928" y="0"/>
                </a:cxn>
              </a:cxnLst>
              <a:rect l="0" t="0" r="r" b="b"/>
              <a:pathLst>
                <a:path w="928" h="1708">
                  <a:moveTo>
                    <a:pt x="928" y="0"/>
                  </a:moveTo>
                  <a:lnTo>
                    <a:pt x="928" y="1525"/>
                  </a:lnTo>
                  <a:lnTo>
                    <a:pt x="856" y="1526"/>
                  </a:lnTo>
                  <a:lnTo>
                    <a:pt x="787" y="1530"/>
                  </a:lnTo>
                  <a:lnTo>
                    <a:pt x="718" y="1535"/>
                  </a:lnTo>
                  <a:lnTo>
                    <a:pt x="652" y="1543"/>
                  </a:lnTo>
                  <a:lnTo>
                    <a:pt x="587" y="1551"/>
                  </a:lnTo>
                  <a:lnTo>
                    <a:pt x="524" y="1562"/>
                  </a:lnTo>
                  <a:lnTo>
                    <a:pt x="464" y="1573"/>
                  </a:lnTo>
                  <a:lnTo>
                    <a:pt x="407" y="1585"/>
                  </a:lnTo>
                  <a:lnTo>
                    <a:pt x="353" y="1598"/>
                  </a:lnTo>
                  <a:lnTo>
                    <a:pt x="301" y="1610"/>
                  </a:lnTo>
                  <a:lnTo>
                    <a:pt x="252" y="1624"/>
                  </a:lnTo>
                  <a:lnTo>
                    <a:pt x="208" y="1636"/>
                  </a:lnTo>
                  <a:lnTo>
                    <a:pt x="167" y="1649"/>
                  </a:lnTo>
                  <a:lnTo>
                    <a:pt x="129" y="1661"/>
                  </a:lnTo>
                  <a:lnTo>
                    <a:pt x="97" y="1672"/>
                  </a:lnTo>
                  <a:lnTo>
                    <a:pt x="68" y="1682"/>
                  </a:lnTo>
                  <a:lnTo>
                    <a:pt x="45" y="1691"/>
                  </a:lnTo>
                  <a:lnTo>
                    <a:pt x="25" y="1699"/>
                  </a:lnTo>
                  <a:lnTo>
                    <a:pt x="11" y="1704"/>
                  </a:lnTo>
                  <a:lnTo>
                    <a:pt x="4" y="1707"/>
                  </a:lnTo>
                  <a:lnTo>
                    <a:pt x="0" y="1708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21498D-C696-BF45-812E-D1CFC219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525" y="5380607"/>
              <a:ext cx="2706823" cy="1477393"/>
            </a:xfrm>
            <a:custGeom>
              <a:avLst/>
              <a:gdLst/>
              <a:ahLst/>
              <a:cxnLst>
                <a:cxn ang="0">
                  <a:pos x="1705" y="0"/>
                </a:cxn>
                <a:cxn ang="0">
                  <a:pos x="1704" y="4"/>
                </a:cxn>
                <a:cxn ang="0">
                  <a:pos x="1701" y="12"/>
                </a:cxn>
                <a:cxn ang="0">
                  <a:pos x="1696" y="27"/>
                </a:cxn>
                <a:cxn ang="0">
                  <a:pos x="1689" y="47"/>
                </a:cxn>
                <a:cxn ang="0">
                  <a:pos x="1681" y="72"/>
                </a:cxn>
                <a:cxn ang="0">
                  <a:pos x="1672" y="101"/>
                </a:cxn>
                <a:cxn ang="0">
                  <a:pos x="1662" y="135"/>
                </a:cxn>
                <a:cxn ang="0">
                  <a:pos x="1650" y="173"/>
                </a:cxn>
                <a:cxn ang="0">
                  <a:pos x="1638" y="214"/>
                </a:cxn>
                <a:cxn ang="0">
                  <a:pos x="1626" y="258"/>
                </a:cxn>
                <a:cxn ang="0">
                  <a:pos x="1613" y="306"/>
                </a:cxn>
                <a:cxn ang="0">
                  <a:pos x="1602" y="355"/>
                </a:cxn>
                <a:cxn ang="0">
                  <a:pos x="1590" y="407"/>
                </a:cxn>
                <a:cxn ang="0">
                  <a:pos x="1566" y="518"/>
                </a:cxn>
                <a:cxn ang="0">
                  <a:pos x="1556" y="575"/>
                </a:cxn>
                <a:cxn ang="0">
                  <a:pos x="1546" y="634"/>
                </a:cxn>
                <a:cxn ang="0">
                  <a:pos x="1539" y="693"/>
                </a:cxn>
                <a:cxn ang="0">
                  <a:pos x="1532" y="753"/>
                </a:cxn>
                <a:cxn ang="0">
                  <a:pos x="1527" y="811"/>
                </a:cxn>
                <a:cxn ang="0">
                  <a:pos x="1524" y="871"/>
                </a:cxn>
                <a:cxn ang="0">
                  <a:pos x="1523" y="929"/>
                </a:cxn>
                <a:cxn ang="0">
                  <a:pos x="1523" y="931"/>
                </a:cxn>
                <a:cxn ang="0">
                  <a:pos x="0" y="929"/>
                </a:cxn>
                <a:cxn ang="0">
                  <a:pos x="1705" y="0"/>
                </a:cxn>
              </a:cxnLst>
              <a:rect l="0" t="0" r="r" b="b"/>
              <a:pathLst>
                <a:path w="1705" h="931">
                  <a:moveTo>
                    <a:pt x="1705" y="0"/>
                  </a:moveTo>
                  <a:lnTo>
                    <a:pt x="1704" y="4"/>
                  </a:lnTo>
                  <a:lnTo>
                    <a:pt x="1701" y="12"/>
                  </a:lnTo>
                  <a:lnTo>
                    <a:pt x="1696" y="27"/>
                  </a:lnTo>
                  <a:lnTo>
                    <a:pt x="1689" y="47"/>
                  </a:lnTo>
                  <a:lnTo>
                    <a:pt x="1681" y="72"/>
                  </a:lnTo>
                  <a:lnTo>
                    <a:pt x="1672" y="101"/>
                  </a:lnTo>
                  <a:lnTo>
                    <a:pt x="1662" y="135"/>
                  </a:lnTo>
                  <a:lnTo>
                    <a:pt x="1650" y="173"/>
                  </a:lnTo>
                  <a:lnTo>
                    <a:pt x="1638" y="214"/>
                  </a:lnTo>
                  <a:lnTo>
                    <a:pt x="1626" y="258"/>
                  </a:lnTo>
                  <a:lnTo>
                    <a:pt x="1613" y="306"/>
                  </a:lnTo>
                  <a:lnTo>
                    <a:pt x="1602" y="355"/>
                  </a:lnTo>
                  <a:lnTo>
                    <a:pt x="1590" y="407"/>
                  </a:lnTo>
                  <a:lnTo>
                    <a:pt x="1566" y="518"/>
                  </a:lnTo>
                  <a:lnTo>
                    <a:pt x="1556" y="575"/>
                  </a:lnTo>
                  <a:lnTo>
                    <a:pt x="1546" y="634"/>
                  </a:lnTo>
                  <a:lnTo>
                    <a:pt x="1539" y="693"/>
                  </a:lnTo>
                  <a:lnTo>
                    <a:pt x="1532" y="753"/>
                  </a:lnTo>
                  <a:lnTo>
                    <a:pt x="1527" y="811"/>
                  </a:lnTo>
                  <a:lnTo>
                    <a:pt x="1524" y="871"/>
                  </a:lnTo>
                  <a:lnTo>
                    <a:pt x="1523" y="929"/>
                  </a:lnTo>
                  <a:lnTo>
                    <a:pt x="1523" y="931"/>
                  </a:lnTo>
                  <a:lnTo>
                    <a:pt x="0" y="92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3717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91447A-7607-634B-8673-116970492860}"/>
              </a:ext>
            </a:extLst>
          </p:cNvPr>
          <p:cNvSpPr/>
          <p:nvPr userDrawn="1"/>
        </p:nvSpPr>
        <p:spPr>
          <a:xfrm>
            <a:off x="4236411" y="0"/>
            <a:ext cx="7955589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70208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829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ED2C98-C5E9-7946-B3CC-4070449E4130}"/>
              </a:ext>
            </a:extLst>
          </p:cNvPr>
          <p:cNvSpPr/>
          <p:nvPr userDrawn="1"/>
        </p:nvSpPr>
        <p:spPr>
          <a:xfrm>
            <a:off x="0" y="0"/>
            <a:ext cx="7506493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943C6-2948-A143-8779-4AC3F3A3748B}"/>
              </a:ext>
            </a:extLst>
          </p:cNvPr>
          <p:cNvSpPr/>
          <p:nvPr userDrawn="1"/>
        </p:nvSpPr>
        <p:spPr>
          <a:xfrm>
            <a:off x="7500938" y="0"/>
            <a:ext cx="46910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2118509"/>
            <a:ext cx="5614987" cy="1586829"/>
          </a:xfrm>
        </p:spPr>
        <p:txBody>
          <a:bodyPr anchor="b">
            <a:noAutofit/>
          </a:bodyPr>
          <a:lstStyle>
            <a:lvl1pPr marL="0" indent="0" algn="l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Sample Text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6185" y="5290078"/>
            <a:ext cx="7503350" cy="102102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C73A5D-CAA9-F748-9FE9-7A6174D1BEAE}"/>
              </a:ext>
            </a:extLst>
          </p:cNvPr>
          <p:cNvCxnSpPr>
            <a:cxnSpLocks/>
          </p:cNvCxnSpPr>
          <p:nvPr userDrawn="1"/>
        </p:nvCxnSpPr>
        <p:spPr>
          <a:xfrm>
            <a:off x="947738" y="4735576"/>
            <a:ext cx="6553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DA0EE-1F6E-4C42-B85E-74B7AC8EF7B5}"/>
              </a:ext>
            </a:extLst>
          </p:cNvPr>
          <p:cNvCxnSpPr>
            <a:cxnSpLocks/>
          </p:cNvCxnSpPr>
          <p:nvPr userDrawn="1"/>
        </p:nvCxnSpPr>
        <p:spPr>
          <a:xfrm>
            <a:off x="7500938" y="4470400"/>
            <a:ext cx="375843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E6794A6-29DF-A344-BDEC-F71D8C4194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2" y="308854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397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Only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82F6-8F66-42C4-A87D-275812D533C5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52401"/>
            <a:ext cx="10972800" cy="304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382" cap="all" baseline="0">
                <a:solidFill>
                  <a:srgbClr val="CC6633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Subtitle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12192000" cy="1828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95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1" tIns="45206" rIns="90411" bIns="45206" anchor="ctr"/>
          <a:lstStyle/>
          <a:p>
            <a:pPr algn="ctr" defTabSz="842276">
              <a:defRPr/>
            </a:pPr>
            <a:endParaRPr lang="en-US" sz="1659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891082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46E06-36A3-A967-9C7A-A1A191E3C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5DA3E-8F25-C4B8-AE40-BB54CB539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9BE10A-8A97-95B5-F666-3F3ECA3F3A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46370" y="6310976"/>
            <a:ext cx="5388889" cy="36564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8EF760-BF6D-5157-A088-B1B076B6F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27893" y="6310976"/>
            <a:ext cx="1053876" cy="365645"/>
          </a:xfrm>
          <a:prstGeom prst="rect">
            <a:avLst/>
          </a:prstGeom>
        </p:spPr>
        <p:txBody>
          <a:bodyPr/>
          <a:lstStyle/>
          <a:p>
            <a:fld id="{924C2894-8B28-47C9-8A8B-E8EFBEE915A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9178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318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97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430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485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147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071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968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124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889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82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213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21E13-7E45-0949-A69E-7D97431EA0A2}"/>
              </a:ext>
            </a:extLst>
          </p:cNvPr>
          <p:cNvSpPr/>
          <p:nvPr userDrawn="1"/>
        </p:nvSpPr>
        <p:spPr>
          <a:xfrm>
            <a:off x="4691063" y="0"/>
            <a:ext cx="7500937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9407B-AEE7-DF45-98B6-EB09E2017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688" y="2092549"/>
            <a:ext cx="6084887" cy="2750431"/>
          </a:xfrm>
        </p:spPr>
        <p:txBody>
          <a:bodyPr anchor="b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688" y="5217461"/>
            <a:ext cx="4468450" cy="116564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69DFB5-9698-6042-8C50-6660FF608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95DD8-9DF3-1744-9219-070A43C21F55}"/>
              </a:ext>
            </a:extLst>
          </p:cNvPr>
          <p:cNvCxnSpPr>
            <a:cxnSpLocks/>
          </p:cNvCxnSpPr>
          <p:nvPr userDrawn="1"/>
        </p:nvCxnSpPr>
        <p:spPr>
          <a:xfrm>
            <a:off x="5627688" y="4924269"/>
            <a:ext cx="608488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AA2A26C-1293-4142-9834-7D7E5E92C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91064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2274AE4-DBE6-8A4F-BCA4-30E049F5E0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87584" y="6056026"/>
            <a:ext cx="1324992" cy="327081"/>
          </a:xfrm>
          <a:ln w="9525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5298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781E02-E320-9040-9F89-B90925F09530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800" spc="-150" dirty="0">
                <a:solidFill>
                  <a:schemeClr val="tx2"/>
                </a:solidFill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3487787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E73BFD-0EC1-9E40-8E76-C7926ABECD26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00" spc="-150" dirty="0">
                <a:solidFill>
                  <a:schemeClr val="tx2"/>
                </a:solidFill>
              </a:rPr>
              <a:t> Agenda</a:t>
            </a:r>
            <a:endParaRPr lang="ru-RU" sz="12800" spc="-15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D2A2CA-E89D-BA47-8BFA-7EC488A16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73150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0"/>
            <a:ext cx="117125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3D8012-FC47-8744-A34F-7E52B9CC20F5}"/>
              </a:ext>
            </a:extLst>
          </p:cNvPr>
          <p:cNvGrpSpPr/>
          <p:nvPr userDrawn="1"/>
        </p:nvGrpSpPr>
        <p:grpSpPr>
          <a:xfrm>
            <a:off x="4900369" y="1"/>
            <a:ext cx="6840543" cy="6866676"/>
            <a:chOff x="4900369" y="1"/>
            <a:chExt cx="6840543" cy="6866676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04F0E82-1502-614A-AAC8-B3F5DEA8D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FD796C-27EA-9B4C-9062-2D7ACF3D7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67663" y="1093788"/>
            <a:ext cx="3276599" cy="5205412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E76B95-0B2F-6E4D-8A28-DBB809DC1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8" y="2151087"/>
            <a:ext cx="6084885" cy="445767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43E4E-CB39-0B43-9425-94BD6060CB7E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BF7E8-8DFE-BB4E-8ECA-76EE0F2ACE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989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-1"/>
            <a:ext cx="8435975" cy="63082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1752F1-3AEF-6545-96D5-53F7049F2610}"/>
              </a:ext>
            </a:extLst>
          </p:cNvPr>
          <p:cNvGrpSpPr/>
          <p:nvPr userDrawn="1"/>
        </p:nvGrpSpPr>
        <p:grpSpPr>
          <a:xfrm>
            <a:off x="1595432" y="-8676"/>
            <a:ext cx="6840543" cy="6866676"/>
            <a:chOff x="4900369" y="1"/>
            <a:chExt cx="6840543" cy="6866676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DE75CDE-E2CC-204F-8A74-1CF2290B3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78AC5E-B598-3D47-A58A-2900FDA8E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36533E7A-05CB-EC45-AD54-AB236AF537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35975" y="0"/>
            <a:ext cx="32766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BDD422-8594-8A43-BE23-C12198FA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9" y="2151087"/>
            <a:ext cx="6558442" cy="415711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978837-6B41-A64E-8885-0D3A9B5AB131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6CACC7B-993A-1C40-A6B0-57CB69925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4002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06" y="1599757"/>
            <a:ext cx="10757257" cy="458368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9829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8381-A7B1-C54A-B6B7-E5F16314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086F4-9543-3847-B735-3BA464E5A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70" y="1592263"/>
            <a:ext cx="5358256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4B83-7BFD-FF47-B024-8256DB65F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299" y="1592263"/>
            <a:ext cx="5362575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2625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58F7-B190-F944-A809-0073EEBB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71" y="365125"/>
            <a:ext cx="11214100" cy="7286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1D39-9A56-CB4D-8EFC-D6273A8F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50" y="844777"/>
            <a:ext cx="5138438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3560-B3C3-0E45-8AE9-EF4CCB96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73" y="1981200"/>
            <a:ext cx="5135816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7D86-407D-974C-8520-0492B67B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44777"/>
            <a:ext cx="5148263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340D-6F33-D34C-9D8B-F73D4A32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981200"/>
            <a:ext cx="5148263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53735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2E56-7AA0-9D4D-A0CE-D5ACE08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2415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9185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or Th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26E64F-55CE-4440-918A-3DEF3C6E7770}"/>
              </a:ext>
            </a:extLst>
          </p:cNvPr>
          <p:cNvSpPr/>
          <p:nvPr userDrawn="1"/>
        </p:nvSpPr>
        <p:spPr>
          <a:xfrm>
            <a:off x="1" y="0"/>
            <a:ext cx="11712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38" y="2759103"/>
            <a:ext cx="9828212" cy="3496553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 and lower </a:t>
            </a:r>
            <a:br>
              <a:rPr lang="en-US" dirty="0"/>
            </a:br>
            <a:r>
              <a:rPr lang="en-US" dirty="0"/>
              <a:t>quote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4471D494-F440-314A-A10E-9216BA02CB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75" y="1093789"/>
            <a:ext cx="1403349" cy="13448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A6A39D-1D86-6F46-ADB1-C944AB67B88F}"/>
              </a:ext>
            </a:extLst>
          </p:cNvPr>
          <p:cNvCxnSpPr/>
          <p:nvPr userDrawn="1"/>
        </p:nvCxnSpPr>
        <p:spPr>
          <a:xfrm flipH="1">
            <a:off x="5159375" y="6265628"/>
            <a:ext cx="14033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9100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224436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69122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7473118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2332393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293707" y="1599758"/>
            <a:ext cx="2333981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571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432981-6499-8440-879F-083798A992F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03567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1470648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FBFB4F4-21E0-4042-B642-6C57839D3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E21290B-E456-D846-AAB9-03155747DD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01091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E7F1902-25F4-8F45-AAE4-3D2A960D7A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0998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DA44385-2DBC-704F-A011-24DF0AB681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7994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470793-77F6-3A40-8DBB-14E2F645261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FB3064-8A44-7F4F-BB66-218CF8C8CB1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01090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7FC8F2C-F8AA-3247-A063-E91A468AFC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0099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8432FE-B5E1-FA4C-8405-63BD4DCAC5F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907992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585390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3578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Second level and lower (</a:t>
            </a:r>
            <a:r>
              <a:rPr lang="en-US" dirty="0" err="1"/>
              <a:t>subheader</a:t>
            </a:r>
            <a:r>
              <a:rPr lang="en-US" dirty="0"/>
              <a:t> if you have five blocks)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27450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7665" y="1599758"/>
            <a:ext cx="3048359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07665" y="4132501"/>
            <a:ext cx="3048360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A9F76-19E2-7848-9F8A-DF4239818793}"/>
              </a:ext>
            </a:extLst>
          </p:cNvPr>
          <p:cNvGrpSpPr/>
          <p:nvPr userDrawn="1"/>
        </p:nvGrpSpPr>
        <p:grpSpPr>
          <a:xfrm>
            <a:off x="479056" y="1592262"/>
            <a:ext cx="10766065" cy="2181451"/>
            <a:chOff x="479056" y="1592263"/>
            <a:chExt cx="10766065" cy="11608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16E6000-9670-804A-9C5F-D217EDAE4F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EEC813-5B4D-554F-BA4A-1F07529550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0A11A2-4304-644B-8C8B-5912DC2432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CF34F8-9CFE-E94F-BC62-E6B131DABB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7FFD1B-3B57-F244-8179-0958677B90FE}"/>
              </a:ext>
            </a:extLst>
          </p:cNvPr>
          <p:cNvGrpSpPr/>
          <p:nvPr userDrawn="1"/>
        </p:nvGrpSpPr>
        <p:grpSpPr>
          <a:xfrm>
            <a:off x="479056" y="4120777"/>
            <a:ext cx="10766065" cy="2181451"/>
            <a:chOff x="479056" y="1592263"/>
            <a:chExt cx="10766065" cy="116089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119063-B300-054C-91C3-05B8109928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2116F5-CBC9-ED4C-943F-3C234BEE13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C06347-B86F-974E-A69B-BEEBF15354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F1F16-C9B6-1B4F-874E-3F127C173B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3639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31693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969121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7428833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150290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B267D3F-FE69-7B48-8836-0A2C698CA9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009A61-2BE6-0E45-AB6B-D359576DD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951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09E7B413-ABF2-844B-B062-036AC90AB8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951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0D7297-41E1-A144-9A85-14C86D5BB04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7855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28BA5CAF-B784-9244-B1AA-98A534B2B8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7855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3408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6" y="4056744"/>
            <a:ext cx="5140681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0" y="4056744"/>
            <a:ext cx="5142139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0796536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33890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1FB8ABB-D011-AC4A-A34C-702667C620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7889" y="3621315"/>
            <a:ext cx="3744686" cy="26561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1199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49E491D-B703-7441-BED2-E95DBE03E3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0515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7702319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7967887" y="0"/>
            <a:ext cx="374595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8092770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6562725" y="0"/>
            <a:ext cx="515111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032625" y="1599521"/>
            <a:ext cx="4211639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014207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A7925-B4C4-1046-A39A-0674E0746DD2}"/>
              </a:ext>
            </a:extLst>
          </p:cNvPr>
          <p:cNvSpPr/>
          <p:nvPr userDrawn="1"/>
        </p:nvSpPr>
        <p:spPr>
          <a:xfrm>
            <a:off x="1" y="0"/>
            <a:ext cx="79663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469628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FC6438-3C24-A14F-9BFC-CD46841D9F9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35976" y="2598873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120A445-097D-1846-B120-CCE57BF9564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35976" y="4728119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A7AFC-E83B-9548-951B-7B22739ED3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3271" y="1599521"/>
            <a:ext cx="7007442" cy="49449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0871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509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70" y="1582060"/>
            <a:ext cx="232613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92263"/>
            <a:ext cx="5616575" cy="31387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7714" y="1582060"/>
            <a:ext cx="233966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C78A69-FF95-9548-B4E7-A349FCE666E8}"/>
              </a:ext>
            </a:extLst>
          </p:cNvPr>
          <p:cNvCxnSpPr>
            <a:cxnSpLocks/>
          </p:cNvCxnSpPr>
          <p:nvPr userDrawn="1"/>
        </p:nvCxnSpPr>
        <p:spPr>
          <a:xfrm flipV="1">
            <a:off x="7032625" y="5136543"/>
            <a:ext cx="0" cy="11366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8972AC-7DD0-0247-B721-5C90D3BC7D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51405" y="5122072"/>
            <a:ext cx="3992858" cy="1151169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5216377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69" y="1582060"/>
            <a:ext cx="2794443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54439" y="1582060"/>
            <a:ext cx="2808286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6816232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4"/>
            <a:ext cx="6083301" cy="46583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285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5"/>
            <a:ext cx="6083301" cy="239122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4283242"/>
            <a:ext cx="6083301" cy="232552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46474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55129" y="1530617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341438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32626" y="1341439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2E25E9-7986-DB41-A595-036FDF28378B}"/>
              </a:ext>
            </a:extLst>
          </p:cNvPr>
          <p:cNvCxnSpPr>
            <a:cxnSpLocks/>
          </p:cNvCxnSpPr>
          <p:nvPr userDrawn="1"/>
        </p:nvCxnSpPr>
        <p:spPr>
          <a:xfrm>
            <a:off x="479424" y="1341438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102-8429-194E-9822-4DF4A51A6DB9}"/>
              </a:ext>
            </a:extLst>
          </p:cNvPr>
          <p:cNvCxnSpPr>
            <a:cxnSpLocks/>
          </p:cNvCxnSpPr>
          <p:nvPr userDrawn="1"/>
        </p:nvCxnSpPr>
        <p:spPr>
          <a:xfrm>
            <a:off x="479424" y="2577024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93EB7-C698-8044-906A-19D6820D467E}"/>
              </a:ext>
            </a:extLst>
          </p:cNvPr>
          <p:cNvCxnSpPr>
            <a:cxnSpLocks/>
          </p:cNvCxnSpPr>
          <p:nvPr userDrawn="1"/>
        </p:nvCxnSpPr>
        <p:spPr>
          <a:xfrm>
            <a:off x="479424" y="3812610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6D829-2DE9-CC49-95A2-2E775D19C61A}"/>
              </a:ext>
            </a:extLst>
          </p:cNvPr>
          <p:cNvCxnSpPr>
            <a:cxnSpLocks/>
          </p:cNvCxnSpPr>
          <p:nvPr userDrawn="1"/>
        </p:nvCxnSpPr>
        <p:spPr>
          <a:xfrm>
            <a:off x="479424" y="5048196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3235D-B3B7-844B-AE5F-8BE5E1BE300F}"/>
              </a:ext>
            </a:extLst>
          </p:cNvPr>
          <p:cNvCxnSpPr>
            <a:cxnSpLocks/>
          </p:cNvCxnSpPr>
          <p:nvPr userDrawn="1"/>
        </p:nvCxnSpPr>
        <p:spPr>
          <a:xfrm>
            <a:off x="479424" y="6283783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4A53347A-C7BF-8C41-B75E-05C0A6C779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55129" y="2778171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64B71A2-1AAC-2445-A98E-B3D54EB08E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88992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29188D7-E1F7-814C-9F2B-77B4F81440C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2626" y="2588993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180E5B8-AF09-9C49-9996-0172B8518DD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55129" y="4004459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A796471-FED7-7F4F-9D92-44FD153D130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9425" y="3815280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3AEC7A9-EF90-D945-9FD4-852E0790423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032626" y="3815281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DE1E0F0E-286C-C447-8682-329EB4170A1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55129" y="5244924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47939DC-034E-FC45-8049-B9DC258BB9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055745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B7BDEA2-8758-914D-9AC2-B74F93D8816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626" y="5055746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34268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13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27689" y="1247502"/>
            <a:ext cx="5148262" cy="50030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957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EF962E-C564-6E44-B32C-F71ADD5019D5}"/>
              </a:ext>
            </a:extLst>
          </p:cNvPr>
          <p:cNvSpPr/>
          <p:nvPr userDrawn="1"/>
        </p:nvSpPr>
        <p:spPr>
          <a:xfrm>
            <a:off x="4229893" y="0"/>
            <a:ext cx="7962108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37442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grpSp>
        <p:nvGrpSpPr>
          <p:cNvPr id="12" name="Group 30">
            <a:extLst>
              <a:ext uri="{FF2B5EF4-FFF2-40B4-BE49-F238E27FC236}">
                <a16:creationId xmlns:a16="http://schemas.microsoft.com/office/drawing/2014/main" id="{57F97A7C-9CE4-1A48-BDEF-EE9D23E42C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815072" y="2471416"/>
            <a:ext cx="4376928" cy="4386584"/>
            <a:chOff x="4962525" y="2666999"/>
            <a:chExt cx="4181475" cy="4191001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2E3F741-7E48-234D-878D-DC94DA0BD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0666" y="2666999"/>
              <a:ext cx="1473334" cy="2710972"/>
            </a:xfrm>
            <a:custGeom>
              <a:avLst/>
              <a:gdLst/>
              <a:ahLst/>
              <a:cxnLst>
                <a:cxn ang="0">
                  <a:pos x="928" y="0"/>
                </a:cxn>
                <a:cxn ang="0">
                  <a:pos x="928" y="1525"/>
                </a:cxn>
                <a:cxn ang="0">
                  <a:pos x="856" y="1526"/>
                </a:cxn>
                <a:cxn ang="0">
                  <a:pos x="787" y="1530"/>
                </a:cxn>
                <a:cxn ang="0">
                  <a:pos x="718" y="1535"/>
                </a:cxn>
                <a:cxn ang="0">
                  <a:pos x="652" y="1543"/>
                </a:cxn>
                <a:cxn ang="0">
                  <a:pos x="587" y="1551"/>
                </a:cxn>
                <a:cxn ang="0">
                  <a:pos x="524" y="1562"/>
                </a:cxn>
                <a:cxn ang="0">
                  <a:pos x="464" y="1573"/>
                </a:cxn>
                <a:cxn ang="0">
                  <a:pos x="407" y="1585"/>
                </a:cxn>
                <a:cxn ang="0">
                  <a:pos x="353" y="1598"/>
                </a:cxn>
                <a:cxn ang="0">
                  <a:pos x="301" y="1610"/>
                </a:cxn>
                <a:cxn ang="0">
                  <a:pos x="252" y="1624"/>
                </a:cxn>
                <a:cxn ang="0">
                  <a:pos x="208" y="1636"/>
                </a:cxn>
                <a:cxn ang="0">
                  <a:pos x="167" y="1649"/>
                </a:cxn>
                <a:cxn ang="0">
                  <a:pos x="129" y="1661"/>
                </a:cxn>
                <a:cxn ang="0">
                  <a:pos x="97" y="1672"/>
                </a:cxn>
                <a:cxn ang="0">
                  <a:pos x="68" y="1682"/>
                </a:cxn>
                <a:cxn ang="0">
                  <a:pos x="45" y="1691"/>
                </a:cxn>
                <a:cxn ang="0">
                  <a:pos x="25" y="1699"/>
                </a:cxn>
                <a:cxn ang="0">
                  <a:pos x="11" y="1704"/>
                </a:cxn>
                <a:cxn ang="0">
                  <a:pos x="4" y="1707"/>
                </a:cxn>
                <a:cxn ang="0">
                  <a:pos x="0" y="1708"/>
                </a:cxn>
                <a:cxn ang="0">
                  <a:pos x="928" y="0"/>
                </a:cxn>
              </a:cxnLst>
              <a:rect l="0" t="0" r="r" b="b"/>
              <a:pathLst>
                <a:path w="928" h="1708">
                  <a:moveTo>
                    <a:pt x="928" y="0"/>
                  </a:moveTo>
                  <a:lnTo>
                    <a:pt x="928" y="1525"/>
                  </a:lnTo>
                  <a:lnTo>
                    <a:pt x="856" y="1526"/>
                  </a:lnTo>
                  <a:lnTo>
                    <a:pt x="787" y="1530"/>
                  </a:lnTo>
                  <a:lnTo>
                    <a:pt x="718" y="1535"/>
                  </a:lnTo>
                  <a:lnTo>
                    <a:pt x="652" y="1543"/>
                  </a:lnTo>
                  <a:lnTo>
                    <a:pt x="587" y="1551"/>
                  </a:lnTo>
                  <a:lnTo>
                    <a:pt x="524" y="1562"/>
                  </a:lnTo>
                  <a:lnTo>
                    <a:pt x="464" y="1573"/>
                  </a:lnTo>
                  <a:lnTo>
                    <a:pt x="407" y="1585"/>
                  </a:lnTo>
                  <a:lnTo>
                    <a:pt x="353" y="1598"/>
                  </a:lnTo>
                  <a:lnTo>
                    <a:pt x="301" y="1610"/>
                  </a:lnTo>
                  <a:lnTo>
                    <a:pt x="252" y="1624"/>
                  </a:lnTo>
                  <a:lnTo>
                    <a:pt x="208" y="1636"/>
                  </a:lnTo>
                  <a:lnTo>
                    <a:pt x="167" y="1649"/>
                  </a:lnTo>
                  <a:lnTo>
                    <a:pt x="129" y="1661"/>
                  </a:lnTo>
                  <a:lnTo>
                    <a:pt x="97" y="1672"/>
                  </a:lnTo>
                  <a:lnTo>
                    <a:pt x="68" y="1682"/>
                  </a:lnTo>
                  <a:lnTo>
                    <a:pt x="45" y="1691"/>
                  </a:lnTo>
                  <a:lnTo>
                    <a:pt x="25" y="1699"/>
                  </a:lnTo>
                  <a:lnTo>
                    <a:pt x="11" y="1704"/>
                  </a:lnTo>
                  <a:lnTo>
                    <a:pt x="4" y="1707"/>
                  </a:lnTo>
                  <a:lnTo>
                    <a:pt x="0" y="1708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21498D-C696-BF45-812E-D1CFC219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525" y="5380607"/>
              <a:ext cx="2706823" cy="1477393"/>
            </a:xfrm>
            <a:custGeom>
              <a:avLst/>
              <a:gdLst/>
              <a:ahLst/>
              <a:cxnLst>
                <a:cxn ang="0">
                  <a:pos x="1705" y="0"/>
                </a:cxn>
                <a:cxn ang="0">
                  <a:pos x="1704" y="4"/>
                </a:cxn>
                <a:cxn ang="0">
                  <a:pos x="1701" y="12"/>
                </a:cxn>
                <a:cxn ang="0">
                  <a:pos x="1696" y="27"/>
                </a:cxn>
                <a:cxn ang="0">
                  <a:pos x="1689" y="47"/>
                </a:cxn>
                <a:cxn ang="0">
                  <a:pos x="1681" y="72"/>
                </a:cxn>
                <a:cxn ang="0">
                  <a:pos x="1672" y="101"/>
                </a:cxn>
                <a:cxn ang="0">
                  <a:pos x="1662" y="135"/>
                </a:cxn>
                <a:cxn ang="0">
                  <a:pos x="1650" y="173"/>
                </a:cxn>
                <a:cxn ang="0">
                  <a:pos x="1638" y="214"/>
                </a:cxn>
                <a:cxn ang="0">
                  <a:pos x="1626" y="258"/>
                </a:cxn>
                <a:cxn ang="0">
                  <a:pos x="1613" y="306"/>
                </a:cxn>
                <a:cxn ang="0">
                  <a:pos x="1602" y="355"/>
                </a:cxn>
                <a:cxn ang="0">
                  <a:pos x="1590" y="407"/>
                </a:cxn>
                <a:cxn ang="0">
                  <a:pos x="1566" y="518"/>
                </a:cxn>
                <a:cxn ang="0">
                  <a:pos x="1556" y="575"/>
                </a:cxn>
                <a:cxn ang="0">
                  <a:pos x="1546" y="634"/>
                </a:cxn>
                <a:cxn ang="0">
                  <a:pos x="1539" y="693"/>
                </a:cxn>
                <a:cxn ang="0">
                  <a:pos x="1532" y="753"/>
                </a:cxn>
                <a:cxn ang="0">
                  <a:pos x="1527" y="811"/>
                </a:cxn>
                <a:cxn ang="0">
                  <a:pos x="1524" y="871"/>
                </a:cxn>
                <a:cxn ang="0">
                  <a:pos x="1523" y="929"/>
                </a:cxn>
                <a:cxn ang="0">
                  <a:pos x="1523" y="931"/>
                </a:cxn>
                <a:cxn ang="0">
                  <a:pos x="0" y="929"/>
                </a:cxn>
                <a:cxn ang="0">
                  <a:pos x="1705" y="0"/>
                </a:cxn>
              </a:cxnLst>
              <a:rect l="0" t="0" r="r" b="b"/>
              <a:pathLst>
                <a:path w="1705" h="931">
                  <a:moveTo>
                    <a:pt x="1705" y="0"/>
                  </a:moveTo>
                  <a:lnTo>
                    <a:pt x="1704" y="4"/>
                  </a:lnTo>
                  <a:lnTo>
                    <a:pt x="1701" y="12"/>
                  </a:lnTo>
                  <a:lnTo>
                    <a:pt x="1696" y="27"/>
                  </a:lnTo>
                  <a:lnTo>
                    <a:pt x="1689" y="47"/>
                  </a:lnTo>
                  <a:lnTo>
                    <a:pt x="1681" y="72"/>
                  </a:lnTo>
                  <a:lnTo>
                    <a:pt x="1672" y="101"/>
                  </a:lnTo>
                  <a:lnTo>
                    <a:pt x="1662" y="135"/>
                  </a:lnTo>
                  <a:lnTo>
                    <a:pt x="1650" y="173"/>
                  </a:lnTo>
                  <a:lnTo>
                    <a:pt x="1638" y="214"/>
                  </a:lnTo>
                  <a:lnTo>
                    <a:pt x="1626" y="258"/>
                  </a:lnTo>
                  <a:lnTo>
                    <a:pt x="1613" y="306"/>
                  </a:lnTo>
                  <a:lnTo>
                    <a:pt x="1602" y="355"/>
                  </a:lnTo>
                  <a:lnTo>
                    <a:pt x="1590" y="407"/>
                  </a:lnTo>
                  <a:lnTo>
                    <a:pt x="1566" y="518"/>
                  </a:lnTo>
                  <a:lnTo>
                    <a:pt x="1556" y="575"/>
                  </a:lnTo>
                  <a:lnTo>
                    <a:pt x="1546" y="634"/>
                  </a:lnTo>
                  <a:lnTo>
                    <a:pt x="1539" y="693"/>
                  </a:lnTo>
                  <a:lnTo>
                    <a:pt x="1532" y="753"/>
                  </a:lnTo>
                  <a:lnTo>
                    <a:pt x="1527" y="811"/>
                  </a:lnTo>
                  <a:lnTo>
                    <a:pt x="1524" y="871"/>
                  </a:lnTo>
                  <a:lnTo>
                    <a:pt x="1523" y="929"/>
                  </a:lnTo>
                  <a:lnTo>
                    <a:pt x="1523" y="931"/>
                  </a:lnTo>
                  <a:lnTo>
                    <a:pt x="0" y="92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196298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9EE130-76A2-AC4F-90BF-A04B6EE054B8}"/>
              </a:ext>
            </a:extLst>
          </p:cNvPr>
          <p:cNvSpPr/>
          <p:nvPr userDrawn="1"/>
        </p:nvSpPr>
        <p:spPr>
          <a:xfrm>
            <a:off x="4229893" y="0"/>
            <a:ext cx="7962108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70208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0931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A42E29-8CDA-8D48-947C-4BD47471FE24}"/>
              </a:ext>
            </a:extLst>
          </p:cNvPr>
          <p:cNvSpPr/>
          <p:nvPr userDrawn="1"/>
        </p:nvSpPr>
        <p:spPr>
          <a:xfrm>
            <a:off x="5555" y="0"/>
            <a:ext cx="7495383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943C6-2948-A143-8779-4AC3F3A3748B}"/>
              </a:ext>
            </a:extLst>
          </p:cNvPr>
          <p:cNvSpPr/>
          <p:nvPr userDrawn="1"/>
        </p:nvSpPr>
        <p:spPr>
          <a:xfrm>
            <a:off x="7500938" y="0"/>
            <a:ext cx="46910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2118509"/>
            <a:ext cx="5614987" cy="1586829"/>
          </a:xfrm>
        </p:spPr>
        <p:txBody>
          <a:bodyPr anchor="b">
            <a:noAutofit/>
          </a:bodyPr>
          <a:lstStyle>
            <a:lvl1pPr marL="0" indent="0" algn="l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Sample Text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6185" y="5290078"/>
            <a:ext cx="7503350" cy="102102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C73A5D-CAA9-F748-9FE9-7A6174D1BEAE}"/>
              </a:ext>
            </a:extLst>
          </p:cNvPr>
          <p:cNvCxnSpPr>
            <a:cxnSpLocks/>
          </p:cNvCxnSpPr>
          <p:nvPr userDrawn="1"/>
        </p:nvCxnSpPr>
        <p:spPr>
          <a:xfrm>
            <a:off x="947738" y="4735576"/>
            <a:ext cx="6553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DA0EE-1F6E-4C42-B85E-74B7AC8EF7B5}"/>
              </a:ext>
            </a:extLst>
          </p:cNvPr>
          <p:cNvCxnSpPr>
            <a:cxnSpLocks/>
          </p:cNvCxnSpPr>
          <p:nvPr userDrawn="1"/>
        </p:nvCxnSpPr>
        <p:spPr>
          <a:xfrm>
            <a:off x="7500938" y="4470400"/>
            <a:ext cx="375843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E6794A6-29DF-A344-BDEC-F71D8C419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2" y="308854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528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812" y="1441"/>
          <a:ext cx="1810" cy="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51" imgH="351" progId="TCLayout.ActiveDocument.1">
                  <p:embed/>
                </p:oleObj>
              </mc:Choice>
              <mc:Fallback>
                <p:oleObj name="Слайд think-cell" r:id="rId3" imgW="351" imgH="35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2" y="1441"/>
                        <a:ext cx="1810" cy="1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446371" y="6311029"/>
            <a:ext cx="5388889" cy="3656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E3891-530A-4E05-9D29-9927852741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2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3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9.emf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9" Type="http://schemas.openxmlformats.org/officeDocument/2006/relationships/oleObject" Target="../embeddings/oleObject3.bin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42" Type="http://schemas.openxmlformats.org/officeDocument/2006/relationships/image" Target="../media/image3.svg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theme" Target="../theme/theme3.xml"/><Relationship Id="rId40" Type="http://schemas.openxmlformats.org/officeDocument/2006/relationships/image" Target="../media/image10.emf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38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0" imgW="409" imgH="409" progId="TCLayout.ActiveDocument.1">
                  <p:embed/>
                </p:oleObj>
              </mc:Choice>
              <mc:Fallback>
                <p:oleObj name="Слайд think-cell" r:id="rId40" imgW="409" imgH="409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79ED9-D0AE-C043-897E-CA274670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06" y="359029"/>
            <a:ext cx="10757257" cy="7347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21320-5E52-8248-87E6-21A8370F0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06" y="1599757"/>
            <a:ext cx="10757257" cy="46852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5760-0C07-EB4D-8F6F-ABBEBFC2CAA8}"/>
              </a:ext>
            </a:extLst>
          </p:cNvPr>
          <p:cNvCxnSpPr>
            <a:cxnSpLocks/>
          </p:cNvCxnSpPr>
          <p:nvPr userDrawn="1"/>
        </p:nvCxnSpPr>
        <p:spPr>
          <a:xfrm>
            <a:off x="11712575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F505D64-C6AC-3C46-AED8-4083F8C5B994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783435" y="152499"/>
            <a:ext cx="337705" cy="3317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670CD-6C36-044B-AD48-B5D1BEA34D2A}"/>
              </a:ext>
            </a:extLst>
          </p:cNvPr>
          <p:cNvCxnSpPr/>
          <p:nvPr userDrawn="1"/>
        </p:nvCxnSpPr>
        <p:spPr>
          <a:xfrm flipH="1">
            <a:off x="11712576" y="6285042"/>
            <a:ext cx="47942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CF9707-A134-064C-A39D-3180C2F379F0}"/>
              </a:ext>
            </a:extLst>
          </p:cNvPr>
          <p:cNvSpPr txBox="1"/>
          <p:nvPr userDrawn="1"/>
        </p:nvSpPr>
        <p:spPr>
          <a:xfrm>
            <a:off x="11712576" y="6370320"/>
            <a:ext cx="468312" cy="406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/>
            <a:fld id="{32113663-2E12-0741-8394-26D5769A76F5}" type="slidenum">
              <a:rPr lang="ru-RU" sz="9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ru-RU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D8948CD-9A60-7043-A60C-27F7A1CCC2E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417371" y="3097848"/>
            <a:ext cx="5069840" cy="47942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spc="2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5951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56565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471403F-4136-62BF-D9FE-349657EA8E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726972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484" imgH="486" progId="TCLayout.ActiveDocument.1">
                  <p:embed/>
                </p:oleObj>
              </mc:Choice>
              <mc:Fallback>
                <p:oleObj name="Слайд think-cell" r:id="rId14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71403F-4136-62BF-D9FE-349657EA8E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5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9" imgW="395" imgH="394" progId="TCLayout.ActiveDocument.1">
                  <p:embed/>
                </p:oleObj>
              </mc:Choice>
              <mc:Fallback>
                <p:oleObj name="Слайд think-cell" r:id="rId39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79ED9-D0AE-C043-897E-CA274670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06" y="359029"/>
            <a:ext cx="10757257" cy="7347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21320-5E52-8248-87E6-21A8370F0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06" y="1599757"/>
            <a:ext cx="10757257" cy="46852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5760-0C07-EB4D-8F6F-ABBEBFC2CAA8}"/>
              </a:ext>
            </a:extLst>
          </p:cNvPr>
          <p:cNvCxnSpPr>
            <a:cxnSpLocks/>
          </p:cNvCxnSpPr>
          <p:nvPr userDrawn="1"/>
        </p:nvCxnSpPr>
        <p:spPr>
          <a:xfrm>
            <a:off x="11712575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F505D64-C6AC-3C46-AED8-4083F8C5B994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783435" y="152499"/>
            <a:ext cx="337705" cy="3317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670CD-6C36-044B-AD48-B5D1BEA34D2A}"/>
              </a:ext>
            </a:extLst>
          </p:cNvPr>
          <p:cNvCxnSpPr/>
          <p:nvPr userDrawn="1"/>
        </p:nvCxnSpPr>
        <p:spPr>
          <a:xfrm flipH="1">
            <a:off x="11712576" y="6285042"/>
            <a:ext cx="47942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CF9707-A134-064C-A39D-3180C2F379F0}"/>
              </a:ext>
            </a:extLst>
          </p:cNvPr>
          <p:cNvSpPr txBox="1"/>
          <p:nvPr userDrawn="1"/>
        </p:nvSpPr>
        <p:spPr>
          <a:xfrm>
            <a:off x="11712576" y="6370320"/>
            <a:ext cx="468312" cy="406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/>
            <a:fld id="{32113663-2E12-0741-8394-26D5769A76F5}" type="slidenum">
              <a:rPr lang="ru-RU" sz="9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ru-RU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D8948CD-9A60-7043-A60C-27F7A1CCC2E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417371" y="3097848"/>
            <a:ext cx="5069840" cy="47942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spc="2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Mobile</a:t>
            </a:r>
            <a:r>
              <a:rPr lang="en-US" sz="900" baseline="0" dirty="0"/>
              <a:t> Maintenance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0133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  <p:sldLayoutId id="2147483754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56565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597">
          <p15:clr>
            <a:srgbClr val="F26B43"/>
          </p15:clr>
        </p15:guide>
        <p15:guide id="3" pos="892">
          <p15:clr>
            <a:srgbClr val="F26B43"/>
          </p15:clr>
        </p15:guide>
        <p15:guide id="4" pos="1186">
          <p15:clr>
            <a:srgbClr val="F26B43"/>
          </p15:clr>
        </p15:guide>
        <p15:guide id="5" pos="1481">
          <p15:clr>
            <a:srgbClr val="F26B43"/>
          </p15:clr>
        </p15:guide>
        <p15:guide id="6" pos="1776">
          <p15:clr>
            <a:srgbClr val="F26B43"/>
          </p15:clr>
        </p15:guide>
        <p15:guide id="7" pos="2071">
          <p15:clr>
            <a:srgbClr val="F26B43"/>
          </p15:clr>
        </p15:guide>
        <p15:guide id="8" pos="2661">
          <p15:clr>
            <a:srgbClr val="F26B43"/>
          </p15:clr>
        </p15:guide>
        <p15:guide id="9" pos="3250">
          <p15:clr>
            <a:srgbClr val="F26B43"/>
          </p15:clr>
        </p15:guide>
        <p15:guide id="10" pos="3840">
          <p15:clr>
            <a:srgbClr val="F26B43"/>
          </p15:clr>
        </p15:guide>
        <p15:guide id="11" pos="4430">
          <p15:clr>
            <a:srgbClr val="F26B43"/>
          </p15:clr>
        </p15:guide>
        <p15:guide id="12" pos="4725">
          <p15:clr>
            <a:srgbClr val="F26B43"/>
          </p15:clr>
        </p15:guide>
        <p15:guide id="13" pos="5019">
          <p15:clr>
            <a:srgbClr val="F26B43"/>
          </p15:clr>
        </p15:guide>
        <p15:guide id="14" pos="5314">
          <p15:clr>
            <a:srgbClr val="F26B43"/>
          </p15:clr>
        </p15:guide>
        <p15:guide id="15" pos="5609">
          <p15:clr>
            <a:srgbClr val="F26B43"/>
          </p15:clr>
        </p15:guide>
        <p15:guide id="16" pos="5904">
          <p15:clr>
            <a:srgbClr val="F26B43"/>
          </p15:clr>
        </p15:guide>
        <p15:guide id="17" pos="6199">
          <p15:clr>
            <a:srgbClr val="F26B43"/>
          </p15:clr>
        </p15:guide>
        <p15:guide id="18" pos="6494">
          <p15:clr>
            <a:srgbClr val="F26B43"/>
          </p15:clr>
        </p15:guide>
        <p15:guide id="19" pos="6788">
          <p15:clr>
            <a:srgbClr val="F26B43"/>
          </p15:clr>
        </p15:guide>
        <p15:guide id="20" pos="7083">
          <p15:clr>
            <a:srgbClr val="F26B43"/>
          </p15:clr>
        </p15:guide>
        <p15:guide id="21" pos="2366">
          <p15:clr>
            <a:srgbClr val="F26B43"/>
          </p15:clr>
        </p15:guide>
        <p15:guide id="22" pos="2955">
          <p15:clr>
            <a:srgbClr val="F26B43"/>
          </p15:clr>
        </p15:guide>
        <p15:guide id="24" pos="3545">
          <p15:clr>
            <a:srgbClr val="F26B43"/>
          </p15:clr>
        </p15:guide>
        <p15:guide id="25" pos="4134">
          <p15:clr>
            <a:srgbClr val="F26B43"/>
          </p15:clr>
        </p15:guide>
        <p15:guide id="26" orient="horz" pos="689">
          <p15:clr>
            <a:srgbClr val="F26B43"/>
          </p15:clr>
        </p15:guide>
        <p15:guide id="27" orient="horz" pos="845">
          <p15:clr>
            <a:srgbClr val="F26B43"/>
          </p15:clr>
        </p15:guide>
        <p15:guide id="28" orient="horz" pos="1003">
          <p15:clr>
            <a:srgbClr val="F26B43"/>
          </p15:clr>
        </p15:guide>
        <p15:guide id="29" pos="7378">
          <p15:clr>
            <a:srgbClr val="F26B43"/>
          </p15:clr>
        </p15:guide>
        <p15:guide id="30" orient="horz" pos="41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Приложение. Сходимость оперативного учёта и маркзамера · октябрь 2026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Карьер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402336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Замер, тыс. т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5120640" y="1243584"/>
            <a:ext cx="10972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Учёт, тыс. 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21792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т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7178040" y="1243584"/>
            <a:ext cx="960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Δ, тыс. м³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8183879" y="1243584"/>
            <a:ext cx="868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098280" y="1243584"/>
            <a:ext cx="10058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0314432" y="1243584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Статус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03504" y="1481328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31" name="Rectangle 930"/>
          <p:cNvSpPr/>
          <p:nvPr/>
        </p:nvSpPr>
        <p:spPr>
          <a:xfrm>
            <a:off x="603504" y="1572768"/>
            <a:ext cx="54864" cy="56692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33" name="TextBox 932"/>
          <p:cNvSpPr txBox="1"/>
          <p:nvPr/>
        </p:nvSpPr>
        <p:spPr>
          <a:xfrm>
            <a:off x="786384" y="1700784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Гросс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4023360" y="175620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3 666,6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5120640" y="175620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3 783,8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6217920" y="175620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+117,2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7178040" y="175620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+47,5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8183879" y="1756204"/>
            <a:ext cx="8686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± 5,0%</a:t>
            </a:r>
          </a:p>
        </p:txBody>
      </p:sp>
      <p:sp>
        <p:nvSpPr>
          <p:cNvPr id="940" name="Rounded Rectangle 939"/>
          <p:cNvSpPr/>
          <p:nvPr/>
        </p:nvSpPr>
        <p:spPr>
          <a:xfrm>
            <a:off x="9098280" y="1636776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+3,2%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10378440" y="160020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2" name="Oval 941"/>
          <p:cNvSpPr/>
          <p:nvPr/>
        </p:nvSpPr>
        <p:spPr>
          <a:xfrm>
            <a:off x="10460736" y="1645920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3" name="Oval 942"/>
          <p:cNvSpPr/>
          <p:nvPr/>
        </p:nvSpPr>
        <p:spPr>
          <a:xfrm>
            <a:off x="10744200" y="1645920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4" name="Oval 943"/>
          <p:cNvSpPr/>
          <p:nvPr/>
        </p:nvSpPr>
        <p:spPr>
          <a:xfrm>
            <a:off x="11027663" y="1645920"/>
            <a:ext cx="237744" cy="237744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10314432" y="1965960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Норма</a:t>
            </a:r>
          </a:p>
        </p:txBody>
      </p:sp>
      <p:sp>
        <p:nvSpPr>
          <p:cNvPr id="946" name="Rounded Rectangle 945"/>
          <p:cNvSpPr/>
          <p:nvPr/>
        </p:nvSpPr>
        <p:spPr>
          <a:xfrm>
            <a:off x="603504" y="2304288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7" name="Rectangle 946"/>
          <p:cNvSpPr/>
          <p:nvPr/>
        </p:nvSpPr>
        <p:spPr>
          <a:xfrm>
            <a:off x="603504" y="2395728"/>
            <a:ext cx="54864" cy="56692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9" name="TextBox 948"/>
          <p:cNvSpPr txBox="1"/>
          <p:nvPr/>
        </p:nvSpPr>
        <p:spPr>
          <a:xfrm>
            <a:off x="786384" y="2523744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Таборный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4023360" y="257916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2 047,2</a:t>
            </a:r>
          </a:p>
        </p:txBody>
      </p:sp>
      <p:sp>
        <p:nvSpPr>
          <p:cNvPr id="952" name="TextBox 951"/>
          <p:cNvSpPr txBox="1"/>
          <p:nvPr/>
        </p:nvSpPr>
        <p:spPr>
          <a:xfrm>
            <a:off x="5120640" y="257916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2 099,4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6217920" y="257916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+52,2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7178040" y="257916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+21,5</a:t>
            </a:r>
          </a:p>
        </p:txBody>
      </p:sp>
      <p:sp>
        <p:nvSpPr>
          <p:cNvPr id="955" name="TextBox 954"/>
          <p:cNvSpPr txBox="1"/>
          <p:nvPr/>
        </p:nvSpPr>
        <p:spPr>
          <a:xfrm>
            <a:off x="8183879" y="2579164"/>
            <a:ext cx="8686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± 5,0%</a:t>
            </a:r>
          </a:p>
        </p:txBody>
      </p:sp>
      <p:sp>
        <p:nvSpPr>
          <p:cNvPr id="956" name="Rounded Rectangle 955"/>
          <p:cNvSpPr/>
          <p:nvPr/>
        </p:nvSpPr>
        <p:spPr>
          <a:xfrm>
            <a:off x="9098280" y="2459736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+2,5%</a:t>
            </a:r>
          </a:p>
        </p:txBody>
      </p:sp>
      <p:sp>
        <p:nvSpPr>
          <p:cNvPr id="957" name="Rounded Rectangle 956"/>
          <p:cNvSpPr/>
          <p:nvPr/>
        </p:nvSpPr>
        <p:spPr>
          <a:xfrm>
            <a:off x="10378440" y="242316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8" name="Oval 957"/>
          <p:cNvSpPr/>
          <p:nvPr/>
        </p:nvSpPr>
        <p:spPr>
          <a:xfrm>
            <a:off x="10460736" y="2468879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59" name="Oval 958"/>
          <p:cNvSpPr/>
          <p:nvPr/>
        </p:nvSpPr>
        <p:spPr>
          <a:xfrm>
            <a:off x="10744200" y="2468879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0" name="Oval 959"/>
          <p:cNvSpPr/>
          <p:nvPr/>
        </p:nvSpPr>
        <p:spPr>
          <a:xfrm>
            <a:off x="11027663" y="2468879"/>
            <a:ext cx="237744" cy="237744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1" name="TextBox 960"/>
          <p:cNvSpPr txBox="1"/>
          <p:nvPr/>
        </p:nvSpPr>
        <p:spPr>
          <a:xfrm>
            <a:off x="10314432" y="2788920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Норма</a:t>
            </a:r>
          </a:p>
        </p:txBody>
      </p:sp>
      <p:sp>
        <p:nvSpPr>
          <p:cNvPr id="962" name="Rounded Rectangle 961"/>
          <p:cNvSpPr/>
          <p:nvPr/>
        </p:nvSpPr>
        <p:spPr>
          <a:xfrm>
            <a:off x="603504" y="3127248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3" name="Rectangle 962"/>
          <p:cNvSpPr/>
          <p:nvPr/>
        </p:nvSpPr>
        <p:spPr>
          <a:xfrm>
            <a:off x="603504" y="3218688"/>
            <a:ext cx="54864" cy="56692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786384" y="3346704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4023360" y="340212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1 061,8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5120640" y="340212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1 009,9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6217920" y="340212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−51,9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7178040" y="340212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−20,6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8183879" y="3402124"/>
            <a:ext cx="8686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± 5,0%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9098280" y="3282696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−4,9%</a:t>
            </a:r>
          </a:p>
        </p:txBody>
      </p:sp>
      <p:sp>
        <p:nvSpPr>
          <p:cNvPr id="973" name="Rounded Rectangle 972"/>
          <p:cNvSpPr/>
          <p:nvPr/>
        </p:nvSpPr>
        <p:spPr>
          <a:xfrm>
            <a:off x="10378440" y="324612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4" name="Oval 973"/>
          <p:cNvSpPr/>
          <p:nvPr/>
        </p:nvSpPr>
        <p:spPr>
          <a:xfrm>
            <a:off x="10460736" y="3291839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5" name="Oval 974"/>
          <p:cNvSpPr/>
          <p:nvPr/>
        </p:nvSpPr>
        <p:spPr>
          <a:xfrm>
            <a:off x="10744200" y="3291839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6" name="Oval 975"/>
          <p:cNvSpPr/>
          <p:nvPr/>
        </p:nvSpPr>
        <p:spPr>
          <a:xfrm>
            <a:off x="11027663" y="3291839"/>
            <a:ext cx="237744" cy="237744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7" name="TextBox 976"/>
          <p:cNvSpPr txBox="1"/>
          <p:nvPr/>
        </p:nvSpPr>
        <p:spPr>
          <a:xfrm>
            <a:off x="10314432" y="3611880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Норма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603504" y="3950208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9" name="Rectangle 978"/>
          <p:cNvSpPr/>
          <p:nvPr/>
        </p:nvSpPr>
        <p:spPr>
          <a:xfrm>
            <a:off x="603504" y="4041648"/>
            <a:ext cx="54864" cy="566927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80" name="TextBox 979"/>
          <p:cNvSpPr txBox="1"/>
          <p:nvPr/>
        </p:nvSpPr>
        <p:spPr>
          <a:xfrm>
            <a:off x="786384" y="4023360"/>
            <a:ext cx="31089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9AA5A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ТРИ КАРЬЕРА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786384" y="4169664"/>
            <a:ext cx="31089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Всего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786384" y="4407408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Факт KPI 3 на основном слайде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4023360" y="422508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6 775,6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5120640" y="4225084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6 893,1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6217920" y="422508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+117,5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7178040" y="4225084"/>
            <a:ext cx="9601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+48,4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8183879" y="4225084"/>
            <a:ext cx="8686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± 5,0%</a:t>
            </a:r>
          </a:p>
        </p:txBody>
      </p:sp>
      <p:sp>
        <p:nvSpPr>
          <p:cNvPr id="988" name="Rounded Rectangle 987"/>
          <p:cNvSpPr/>
          <p:nvPr/>
        </p:nvSpPr>
        <p:spPr>
          <a:xfrm>
            <a:off x="9098280" y="4105656"/>
            <a:ext cx="1005840" cy="438911"/>
          </a:xfrm>
          <a:prstGeom prst="roundRect">
            <a:avLst>
              <a:gd name="adj" fmla="val 20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+1,7%</a:t>
            </a:r>
          </a:p>
        </p:txBody>
      </p:sp>
      <p:sp>
        <p:nvSpPr>
          <p:cNvPr id="989" name="Rounded Rectangle 988"/>
          <p:cNvSpPr/>
          <p:nvPr/>
        </p:nvSpPr>
        <p:spPr>
          <a:xfrm>
            <a:off x="10378440" y="406908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90" name="Oval 989"/>
          <p:cNvSpPr/>
          <p:nvPr/>
        </p:nvSpPr>
        <p:spPr>
          <a:xfrm>
            <a:off x="10460736" y="4114800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91" name="Oval 990"/>
          <p:cNvSpPr/>
          <p:nvPr/>
        </p:nvSpPr>
        <p:spPr>
          <a:xfrm>
            <a:off x="10744200" y="4114800"/>
            <a:ext cx="237744" cy="237744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92" name="Oval 991"/>
          <p:cNvSpPr/>
          <p:nvPr/>
        </p:nvSpPr>
        <p:spPr>
          <a:xfrm>
            <a:off x="11027663" y="4114800"/>
            <a:ext cx="237744" cy="237744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93" name="TextBox 992"/>
          <p:cNvSpPr txBox="1"/>
          <p:nvPr/>
        </p:nvSpPr>
        <p:spPr>
          <a:xfrm>
            <a:off x="10314432" y="4434840"/>
            <a:ext cx="10607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E7D6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Норма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603504" y="4901184"/>
            <a:ext cx="9198864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Комментарии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  <a:endParaRPr kumimoji="0" lang="ru-RU" sz="900" b="1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64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5371</TotalTime>
  <Words>132</Words>
  <Application>Microsoft Office PowerPoint</Application>
  <PresentationFormat>Широкоэкранный</PresentationFormat>
  <Paragraphs>47</Paragraphs>
  <Slides>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Arial Regular</vt:lpstr>
      <vt:lpstr>Calibri</vt:lpstr>
      <vt:lpstr>3_Custom Design</vt:lpstr>
      <vt:lpstr>4_Custom Design</vt:lpstr>
      <vt:lpstr>1_Custom Design</vt:lpstr>
      <vt:lpstr>Слайд think-cell</vt:lpstr>
      <vt:lpstr>Презентация PowerPoint</vt:lpstr>
    </vt:vector>
  </TitlesOfParts>
  <Company>Severstal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FMS Gross Status — August 2026</dc:title>
  <dc:creator>Gushchin Stanislav</dc:creator>
  <cp:lastModifiedBy>Kinash Iakov</cp:lastModifiedBy>
  <cp:revision>126</cp:revision>
  <dcterms:created xsi:type="dcterms:W3CDTF">2025-05-26T09:10:38Z</dcterms:created>
  <dcterms:modified xsi:type="dcterms:W3CDTF">2026-10-26T07:28:51Z</dcterms:modified>
  <dc:language>ru-RU</dc:language>
</cp:coreProperties>
</file>